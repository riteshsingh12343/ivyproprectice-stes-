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6" r:id="rId7"/>
    <p:sldId id="267" r:id="rId8"/>
    <p:sldId id="268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-49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7772" y="160638"/>
            <a:ext cx="8439665" cy="2892125"/>
          </a:xfrm>
        </p:spPr>
        <p:txBody>
          <a:bodyPr/>
          <a:lstStyle/>
          <a:p>
            <a:pPr algn="l"/>
            <a:r>
              <a:rPr lang="en-US" dirty="0" smtClean="0"/>
              <a:t>Ecommerce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IN" dirty="0"/>
              <a:t>Data Analysis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5844745"/>
            <a:ext cx="3805881" cy="75994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Project </a:t>
            </a:r>
            <a:r>
              <a:rPr lang="en-US" dirty="0" smtClean="0"/>
              <a:t>by:- </a:t>
            </a:r>
            <a:r>
              <a:rPr lang="en-US" dirty="0" err="1" smtClean="0"/>
              <a:t>Ritesh</a:t>
            </a:r>
            <a:r>
              <a:rPr lang="en-US" dirty="0"/>
              <a:t> </a:t>
            </a:r>
            <a:r>
              <a:rPr lang="en-US" dirty="0" smtClean="0"/>
              <a:t>Singh </a:t>
            </a:r>
          </a:p>
          <a:p>
            <a:r>
              <a:rPr lang="en-US" dirty="0" smtClean="0"/>
              <a:t>SQL </a:t>
            </a:r>
            <a:r>
              <a:rPr lang="en-US" dirty="0"/>
              <a:t>Case </a:t>
            </a:r>
            <a:r>
              <a:rPr lang="en-US" dirty="0" smtClean="0"/>
              <a:t>study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572" y="1462215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458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5481" y="609600"/>
            <a:ext cx="10662075" cy="1326321"/>
          </a:xfrm>
        </p:spPr>
        <p:txBody>
          <a:bodyPr/>
          <a:lstStyle/>
          <a:p>
            <a:pPr algn="l"/>
            <a:r>
              <a:rPr lang="en-IN" dirty="0"/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DATASET</a:t>
            </a:r>
          </a:p>
          <a:p>
            <a:r>
              <a:rPr lang="en-US" dirty="0" smtClean="0"/>
              <a:t> OBJECTIVES</a:t>
            </a:r>
          </a:p>
          <a:p>
            <a:r>
              <a:rPr lang="en-US" dirty="0" smtClean="0"/>
              <a:t> </a:t>
            </a:r>
            <a:r>
              <a:rPr lang="en-US" dirty="0"/>
              <a:t>INSIGHTS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/>
              <a:t>ANALYSIS USING SQL</a:t>
            </a:r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532237"/>
            <a:ext cx="4608000" cy="0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318" y="1151752"/>
            <a:ext cx="4276725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54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8301"/>
            <a:ext cx="11112500" cy="977899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 smtClean="0"/>
              <a:t>DATASET 	     </a:t>
            </a:r>
            <a:r>
              <a:rPr lang="en-US" sz="1600" b="0" dirty="0" smtClean="0">
                <a:effectLst/>
              </a:rPr>
              <a:t>The </a:t>
            </a:r>
            <a:r>
              <a:rPr lang="en-US" sz="1600" b="0" dirty="0">
                <a:effectLst/>
              </a:rPr>
              <a:t>dataset contains </a:t>
            </a:r>
            <a:r>
              <a:rPr lang="en-US" sz="1600" b="0" dirty="0" smtClean="0">
                <a:effectLst/>
              </a:rPr>
              <a:t>three Tables</a:t>
            </a:r>
            <a:br>
              <a:rPr lang="en-US" sz="1600" b="0" dirty="0" smtClean="0">
                <a:effectLst/>
              </a:rPr>
            </a:br>
            <a:r>
              <a:rPr lang="en-US" sz="1600" b="0" dirty="0" smtClean="0">
                <a:effectLst/>
              </a:rPr>
              <a:t/>
            </a:r>
            <a:br>
              <a:rPr lang="en-US" sz="1600" b="0" dirty="0" smtClean="0">
                <a:effectLst/>
              </a:rPr>
            </a:br>
            <a:endParaRPr lang="en-IN" sz="1600" b="0" dirty="0">
              <a:effectLst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6604" y="1639998"/>
            <a:ext cx="3482803" cy="124501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first table namely </a:t>
            </a:r>
            <a:r>
              <a:rPr lang="en-US" dirty="0" smtClean="0">
                <a:solidFill>
                  <a:schemeClr val="accent5">
                    <a:lumMod val="75000"/>
                  </a:schemeClr>
                </a:solidFill>
              </a:rPr>
              <a:t>List-Of-Orders</a:t>
            </a:r>
            <a:r>
              <a:rPr lang="en-US" dirty="0" smtClean="0"/>
              <a:t>  </a:t>
            </a:r>
            <a:r>
              <a:rPr lang="en-US" dirty="0"/>
              <a:t>consists of </a:t>
            </a:r>
            <a:r>
              <a:rPr lang="en-US" dirty="0" smtClean="0"/>
              <a:t>Orders List  </a:t>
            </a:r>
            <a:r>
              <a:rPr lang="en-US" dirty="0"/>
              <a:t>along with the zone and category they fall into (5 columns).</a:t>
            </a:r>
            <a:endParaRPr lang="en-IN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274422" y="1678097"/>
            <a:ext cx="3718844" cy="1172931"/>
          </a:xfrm>
        </p:spPr>
        <p:txBody>
          <a:bodyPr/>
          <a:lstStyle/>
          <a:p>
            <a:r>
              <a:rPr lang="en-US" sz="1700" dirty="0"/>
              <a:t>The </a:t>
            </a:r>
            <a:r>
              <a:rPr lang="en-US" sz="1700" dirty="0" smtClean="0"/>
              <a:t>Second </a:t>
            </a:r>
            <a:r>
              <a:rPr lang="en-US" sz="1700" dirty="0"/>
              <a:t>table </a:t>
            </a:r>
            <a:r>
              <a:rPr lang="en-US" sz="1700" dirty="0" smtClean="0"/>
              <a:t>namely </a:t>
            </a:r>
            <a:r>
              <a:rPr lang="en-US" sz="1700" dirty="0" smtClean="0">
                <a:solidFill>
                  <a:schemeClr val="accent5">
                    <a:lumMod val="75000"/>
                  </a:schemeClr>
                </a:solidFill>
              </a:rPr>
              <a:t>Order-Details</a:t>
            </a:r>
            <a:r>
              <a:rPr lang="en-US" sz="1700" dirty="0" smtClean="0"/>
              <a:t> consists </a:t>
            </a:r>
            <a:r>
              <a:rPr lang="en-US" sz="1700" dirty="0"/>
              <a:t>of </a:t>
            </a:r>
            <a:r>
              <a:rPr lang="en-US" sz="1800" dirty="0"/>
              <a:t>all order details along with the delivery timings and </a:t>
            </a:r>
            <a:r>
              <a:rPr lang="en-US" sz="1800" dirty="0" smtClean="0"/>
              <a:t>customer</a:t>
            </a:r>
            <a:r>
              <a:rPr lang="en-US" sz="1700" dirty="0"/>
              <a:t> </a:t>
            </a:r>
            <a:r>
              <a:rPr lang="en-US" sz="1700" dirty="0" smtClean="0"/>
              <a:t>Name(6 </a:t>
            </a:r>
            <a:r>
              <a:rPr lang="en-US" sz="1700" dirty="0"/>
              <a:t>columns).</a:t>
            </a:r>
            <a:endParaRPr lang="en-IN" sz="1700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8559799" y="1639998"/>
            <a:ext cx="3632201" cy="1096810"/>
          </a:xfrm>
        </p:spPr>
        <p:txBody>
          <a:bodyPr/>
          <a:lstStyle/>
          <a:p>
            <a:r>
              <a:rPr lang="en-US" sz="1700" dirty="0"/>
              <a:t>The </a:t>
            </a:r>
            <a:r>
              <a:rPr lang="en-US" sz="1700" dirty="0" smtClean="0"/>
              <a:t>Third </a:t>
            </a:r>
            <a:r>
              <a:rPr lang="en-US" sz="1700" dirty="0"/>
              <a:t>table namely </a:t>
            </a:r>
            <a:r>
              <a:rPr lang="en-US" sz="1700" dirty="0" smtClean="0">
                <a:solidFill>
                  <a:schemeClr val="accent5">
                    <a:lumMod val="75000"/>
                  </a:schemeClr>
                </a:solidFill>
              </a:rPr>
              <a:t>Target </a:t>
            </a:r>
            <a:r>
              <a:rPr lang="en-US" sz="1700" dirty="0" smtClean="0"/>
              <a:t>consists of Given Monthly Target (3 </a:t>
            </a:r>
            <a:r>
              <a:rPr lang="en-US" sz="1700" dirty="0"/>
              <a:t>columns).</a:t>
            </a:r>
            <a:endParaRPr lang="en-IN" sz="1700" dirty="0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0" y="1041400"/>
            <a:ext cx="7924800" cy="24193"/>
          </a:xfrm>
          <a:prstGeom prst="line">
            <a:avLst/>
          </a:prstGeom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ight Arrow 5"/>
          <p:cNvSpPr/>
          <p:nvPr/>
        </p:nvSpPr>
        <p:spPr>
          <a:xfrm>
            <a:off x="2290290" y="629115"/>
            <a:ext cx="840260" cy="91878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3915" y="3855202"/>
            <a:ext cx="2637085" cy="1782695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53" y="3855202"/>
            <a:ext cx="3085841" cy="2119396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48" y="4002436"/>
            <a:ext cx="3184313" cy="1824928"/>
          </a:xfrm>
          <a:prstGeom prst="rect">
            <a:avLst/>
          </a:prstGeom>
        </p:spPr>
      </p:pic>
      <p:cxnSp>
        <p:nvCxnSpPr>
          <p:cNvPr id="35" name="Curved Connector 34"/>
          <p:cNvCxnSpPr/>
          <p:nvPr/>
        </p:nvCxnSpPr>
        <p:spPr>
          <a:xfrm rot="5400000">
            <a:off x="824258" y="3076755"/>
            <a:ext cx="1115485" cy="73200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/>
          <p:nvPr/>
        </p:nvCxnSpPr>
        <p:spPr>
          <a:xfrm rot="5400000">
            <a:off x="4998508" y="2916905"/>
            <a:ext cx="1115485" cy="73200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/>
          <p:nvPr/>
        </p:nvCxnSpPr>
        <p:spPr>
          <a:xfrm rot="5400000">
            <a:off x="9701598" y="2931458"/>
            <a:ext cx="1115485" cy="73200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709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0155" y="305364"/>
            <a:ext cx="9982805" cy="1276350"/>
          </a:xfrm>
        </p:spPr>
        <p:txBody>
          <a:bodyPr>
            <a:normAutofit/>
          </a:bodyPr>
          <a:lstStyle/>
          <a:p>
            <a:r>
              <a:rPr lang="en-US" sz="2400" dirty="0"/>
              <a:t>Here are the topics analyzed in the case study: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94" y="1581714"/>
            <a:ext cx="11202005" cy="5276286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Top 3 customers by profit .</a:t>
            </a:r>
          </a:p>
          <a:p>
            <a:r>
              <a:rPr lang="en-US" sz="22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Rank customers by total sales.</a:t>
            </a:r>
          </a:p>
          <a:p>
            <a:r>
              <a:rPr lang="en-US" sz="22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Purchase Date of  Each </a:t>
            </a:r>
            <a:r>
              <a:rPr lang="en-US" sz="2200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Customer</a:t>
            </a:r>
            <a:endParaRPr lang="en-US" sz="2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Categorize orders based on their profit</a:t>
            </a:r>
            <a:r>
              <a:rPr lang="en-US" sz="2200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.</a:t>
            </a:r>
          </a:p>
          <a:p>
            <a:r>
              <a:rPr lang="en-US" sz="2200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Sales ,</a:t>
            </a:r>
            <a:r>
              <a:rPr lang="en-US" sz="22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and Monthly Sales per Category  .</a:t>
            </a:r>
          </a:p>
          <a:p>
            <a:r>
              <a:rPr lang="en-US" sz="2200" dirty="0" smtClean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Category-wise </a:t>
            </a:r>
            <a:r>
              <a:rPr lang="en-US" sz="22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average sales, orders, and rating.</a:t>
            </a:r>
            <a:endParaRPr lang="en-IN" sz="22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r>
              <a:rPr lang="en-US" sz="2200" dirty="0">
                <a:latin typeface="Arial" panose="020B0604020202020204" pitchFamily="34" charset="0"/>
                <a:ea typeface="Arial Unicode MS" panose="020B0604020202020204" pitchFamily="34" charset="-128"/>
                <a:cs typeface="Arial" panose="020B0604020202020204" pitchFamily="34" charset="0"/>
              </a:rPr>
              <a:t>Get orders placed by customers from certain cities, and not from certain cities .</a:t>
            </a:r>
          </a:p>
          <a:p>
            <a:endParaRPr lang="en-US" sz="2200" dirty="0" smtClean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  <a:p>
            <a:endParaRPr lang="en-IN" sz="2400" dirty="0"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070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950"/>
            <a:ext cx="3391505" cy="342900"/>
          </a:xfrm>
        </p:spPr>
        <p:txBody>
          <a:bodyPr>
            <a:normAutofit fontScale="90000"/>
          </a:bodyPr>
          <a:lstStyle/>
          <a:p>
            <a:r>
              <a:rPr lang="en-IN" dirty="0"/>
              <a:t>OBJECTIVES</a:t>
            </a:r>
            <a:br>
              <a:rPr lang="en-IN" dirty="0"/>
            </a:br>
            <a:endParaRPr lang="en-IN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505" y="114300"/>
            <a:ext cx="1547813" cy="1547813"/>
          </a:xfrm>
        </p:spPr>
      </p:pic>
      <p:sp>
        <p:nvSpPr>
          <p:cNvPr id="10" name="TextBox 9"/>
          <p:cNvSpPr txBox="1"/>
          <p:nvPr/>
        </p:nvSpPr>
        <p:spPr>
          <a:xfrm>
            <a:off x="342900" y="5917407"/>
            <a:ext cx="1158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CATEGORY WISE AVERAGE </a:t>
            </a:r>
            <a:r>
              <a:rPr lang="en-US" sz="2400" dirty="0" smtClean="0"/>
              <a:t>SALES, </a:t>
            </a:r>
            <a:r>
              <a:rPr lang="en-US" sz="2400" dirty="0"/>
              <a:t>ORDERS AND RATING</a:t>
            </a:r>
            <a:endParaRPr lang="en-IN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543050" y="2412208"/>
            <a:ext cx="952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01.</a:t>
            </a:r>
            <a:endParaRPr lang="en-IN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1543050" y="3219450"/>
            <a:ext cx="47434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Analyze the orders and sales on the basis of zone, category </a:t>
            </a:r>
            <a:endParaRPr lang="en-IN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467600" y="3219450"/>
            <a:ext cx="876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02.</a:t>
            </a:r>
            <a:endParaRPr lang="en-IN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7467600" y="3860542"/>
            <a:ext cx="3543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Publish the findings based on the analysis.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089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613" y="667113"/>
            <a:ext cx="3531358" cy="10640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1121" y="2148114"/>
            <a:ext cx="1098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Output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6564" y="1882897"/>
            <a:ext cx="1472408" cy="128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99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951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760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6019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42332"/>
      </a:dk2>
      <a:lt2>
        <a:srgbClr val="EE91A0"/>
      </a:lt2>
      <a:accent1>
        <a:srgbClr val="E03754"/>
      </a:accent1>
      <a:accent2>
        <a:srgbClr val="E86C2E"/>
      </a:accent2>
      <a:accent3>
        <a:srgbClr val="DAB250"/>
      </a:accent3>
      <a:accent4>
        <a:srgbClr val="60C4AA"/>
      </a:accent4>
      <a:accent5>
        <a:srgbClr val="51A9DB"/>
      </a:accent5>
      <a:accent6>
        <a:srgbClr val="976AC9"/>
      </a:accent6>
      <a:hlink>
        <a:srgbClr val="D5445E"/>
      </a:hlink>
      <a:folHlink>
        <a:srgbClr val="E17C8E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6B2E858E-683F-40D9-B4CB-284D097F3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92</TotalTime>
  <Words>190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 Unicode MS</vt:lpstr>
      <vt:lpstr>Arial</vt:lpstr>
      <vt:lpstr>Bookman Old Style</vt:lpstr>
      <vt:lpstr>Rockwell</vt:lpstr>
      <vt:lpstr>Damask</vt:lpstr>
      <vt:lpstr>Ecommerce   Data Analysis </vt:lpstr>
      <vt:lpstr>CONTENT</vt:lpstr>
      <vt:lpstr>DATASET       The dataset contains three Tables  </vt:lpstr>
      <vt:lpstr>Here are the topics analyzed in the case study:</vt:lpstr>
      <vt:lpstr>OBJECTIVES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  Data Analysis</dc:title>
  <dc:creator>Lenovo</dc:creator>
  <cp:lastModifiedBy>Lenovo</cp:lastModifiedBy>
  <cp:revision>11</cp:revision>
  <dcterms:created xsi:type="dcterms:W3CDTF">2024-11-02T17:28:37Z</dcterms:created>
  <dcterms:modified xsi:type="dcterms:W3CDTF">2025-01-04T11:00:48Z</dcterms:modified>
</cp:coreProperties>
</file>